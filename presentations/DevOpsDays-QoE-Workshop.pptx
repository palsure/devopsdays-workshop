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DEVOPSDAYS RALEIGH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Cross-Platform Streaming QoE Validation
in CI/CD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How to detect quality regressions before they reach your viewers
— across web, iOS, Android, and beyond.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754880"/>
            <a:ext cx="2743200" cy="77724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8006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8BDF8"/>
                </a:solidFill>
              </a:rPr>
              <a:t>3–4 hrs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846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Workshop Duration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4754880"/>
            <a:ext cx="2743200" cy="77724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48006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8BDF8"/>
                </a:solidFill>
              </a:rPr>
              <a:t>Advanced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51846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4754880"/>
            <a:ext cx="2743200" cy="77724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48006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8BDF8"/>
                </a:solidFill>
              </a:rPr>
              <a:t>Hands-on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51846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1 / 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280160"/>
            <a:ext cx="94183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16736"/>
            <a:ext cx="9345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Topic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41280" y="1280160"/>
            <a:ext cx="146304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87000" y="1316736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3657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72768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1536192"/>
            <a:ext cx="94183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572768"/>
            <a:ext cx="9345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Streaming Platforms — web, mobile, smart TV, console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0" y="1536192"/>
            <a:ext cx="14630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0" y="1572768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20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792224"/>
            <a:ext cx="36576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828800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1792224"/>
            <a:ext cx="94183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1828800"/>
            <a:ext cx="9345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How quality issues affect users and revenue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80" y="1792224"/>
            <a:ext cx="14630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1828800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15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48256"/>
            <a:ext cx="3657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084832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2048256"/>
            <a:ext cx="94183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084832"/>
            <a:ext cx="9345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Testing taxonomy — unit, acceptance, smoke, regression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1280" y="2048256"/>
            <a:ext cx="14630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87000" y="2084832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25 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304288"/>
            <a:ext cx="36576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340864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2304288"/>
            <a:ext cx="94183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2340864"/>
            <a:ext cx="9345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CI/CD advantages — why automate quality gates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41280" y="2304288"/>
            <a:ext cx="14630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87000" y="2340864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15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560320"/>
            <a:ext cx="3657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596896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2560320"/>
            <a:ext cx="94183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2596896"/>
            <a:ext cx="9345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Pipeline architecture — path filters, stages, fallbacks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41280" y="2560320"/>
            <a:ext cx="14630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7000" y="2596896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30 min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816352"/>
            <a:ext cx="36576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852928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2816352"/>
            <a:ext cx="94183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2852928"/>
            <a:ext cx="9345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Slack bot setup — notifications and threaded reports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41280" y="2816352"/>
            <a:ext cx="14630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87000" y="2852928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15 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072384"/>
            <a:ext cx="3657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108960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" y="3072384"/>
            <a:ext cx="94183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" y="3108960"/>
            <a:ext cx="9345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Firebase setup — distribution and crash monitoring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1280" y="3072384"/>
            <a:ext cx="14630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87000" y="3108960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15 min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328416"/>
            <a:ext cx="36576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3364992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" y="3328416"/>
            <a:ext cx="94183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3364992"/>
            <a:ext cx="9345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GitHub Actions — setup, builds, release process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241280" y="3328416"/>
            <a:ext cx="14630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87000" y="3364992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20 min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584448"/>
            <a:ext cx="3657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3621024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" y="3584448"/>
            <a:ext cx="94183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8680" y="3621024"/>
            <a:ext cx="9345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Hands-on labs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241280" y="3584448"/>
            <a:ext cx="14630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287000" y="3621024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60 min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2 /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QoE?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Quality of Experience vs Quality of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Key QoE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2860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28216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691640"/>
            <a:ext cx="89611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728216"/>
            <a:ext cx="8887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47672"/>
            <a:ext cx="22860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84248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Startup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947672"/>
            <a:ext cx="89611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984248"/>
            <a:ext cx="8887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Time from Play to first frame. Target &lt; 2 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03704"/>
            <a:ext cx="22860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240280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Rebuffering Ratio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203704"/>
            <a:ext cx="89611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2240280"/>
            <a:ext cx="8887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% of watch time spent buffering. Target &lt; 0.5%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459736"/>
            <a:ext cx="22860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496312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Bitrate Switches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2459736"/>
            <a:ext cx="89611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2496312"/>
            <a:ext cx="8887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ABR ladder changes per minute. Fewer = smoother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715768"/>
            <a:ext cx="22860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752344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Error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2715768"/>
            <a:ext cx="89611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2752344"/>
            <a:ext cx="8887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Fatal + non-fatal playback errors per session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971800"/>
            <a:ext cx="22860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008376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Playback Quality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2971800"/>
            <a:ext cx="89611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88920" y="3008376"/>
            <a:ext cx="8887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Composite score: excellent / good / fair / poor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227832"/>
            <a:ext cx="22860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264408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Join Rate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3227832"/>
            <a:ext cx="89611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88920" y="3264408"/>
            <a:ext cx="8887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% of play attempts that successfully start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937760"/>
            <a:ext cx="11247120" cy="82296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937760"/>
            <a:ext cx="45720" cy="822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4983480"/>
            <a:ext cx="11109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QoS vs QoE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193792"/>
            <a:ext cx="11109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 stream can have perfect QoS (no packet loss, great bandwidth) and still give a poor QoE (high startup time, frequent quality switches). QoE is measured at the player, not the network.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Streaming Platforms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280160"/>
            <a:ext cx="649224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316736"/>
            <a:ext cx="6419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Platforms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1280160"/>
            <a:ext cx="27432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316736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Market Reach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20116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72768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Web Browser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1536192"/>
            <a:ext cx="64922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1572768"/>
            <a:ext cx="6419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Chrome, Safari, Firefox, Edge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536192"/>
            <a:ext cx="27432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572768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~40% of sessions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792224"/>
            <a:ext cx="20116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828800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Mobile — iOS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1792224"/>
            <a:ext cx="64922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1828800"/>
            <a:ext cx="6419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iPhone, iPad — AVPlayer / HLS native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792224"/>
            <a:ext cx="27432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1828800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~25% of sessions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48256"/>
            <a:ext cx="20116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084832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Mobile — Android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2048256"/>
            <a:ext cx="64922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2084832"/>
            <a:ext cx="6419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ExoPlayer, MediaPlayer — diverse hardware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2048256"/>
            <a:ext cx="27432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2084832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~20% of sessions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304288"/>
            <a:ext cx="20116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340864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Smart TV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2304288"/>
            <a:ext cx="64922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4600" y="2340864"/>
            <a:ext cx="6419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Roku, Samsung Tizen, LG webOS, Android TV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2304288"/>
            <a:ext cx="27432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2340864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~10% and growing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560320"/>
            <a:ext cx="20116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596896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Streaming Sticks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80" y="2560320"/>
            <a:ext cx="64922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14600" y="2596896"/>
            <a:ext cx="6419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Fire TV, Chromecast, Apple TV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2560320"/>
            <a:ext cx="27432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2596896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~3%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816352"/>
            <a:ext cx="20116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852928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Gaming Console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2816352"/>
            <a:ext cx="64922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14600" y="2852928"/>
            <a:ext cx="6419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PlayStation, Xbox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0" y="2816352"/>
            <a:ext cx="27432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06840" y="2852928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~2%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937760"/>
            <a:ext cx="11247120" cy="82296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4937760"/>
            <a:ext cx="45720" cy="8229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4983480"/>
            <a:ext cx="11109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Fragmentation Challenge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5193792"/>
            <a:ext cx="11109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 single streaming service may target 15+ device classes — each with different codec support (H.264, H.265, AV1), DRM (Widevine, FairPlay, PlayReady), ABR behaviour, and memory constraints.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4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Platform Tech Stacks &amp; Testing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28016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207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280160"/>
            <a:ext cx="18288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1316736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280160"/>
            <a:ext cx="192024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316736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280160"/>
            <a:ext cx="146304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1316736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Unit 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280160"/>
            <a:ext cx="16459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E2E Tests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280160"/>
            <a:ext cx="310896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1316736"/>
            <a:ext cx="3035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CI Runner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536192"/>
            <a:ext cx="12801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572768"/>
            <a:ext cx="1207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Web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1536192"/>
            <a:ext cx="1828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1572768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HLS.js / Shaka Player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1536192"/>
            <a:ext cx="19202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1572768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Widevine / FairPlay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1536192"/>
            <a:ext cx="14630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2120" y="1572768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Vitest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1536192"/>
            <a:ext cx="16459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1572768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Playwright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1536192"/>
            <a:ext cx="31089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1572768"/>
            <a:ext cx="3035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ubuntu-latest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792224"/>
            <a:ext cx="128016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1828800"/>
            <a:ext cx="1207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iOS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37360" y="1792224"/>
            <a:ext cx="18288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83080" y="1828800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AVPlayer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66160" y="1792224"/>
            <a:ext cx="19202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1880" y="1828800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FairPlay (FPS)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1792224"/>
            <a:ext cx="14630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32120" y="1828800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XCTest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0" y="1792224"/>
            <a:ext cx="16459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60" y="1828800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XCUITest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1792224"/>
            <a:ext cx="310896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1828800"/>
            <a:ext cx="3035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macos-latest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048256"/>
            <a:ext cx="12801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084832"/>
            <a:ext cx="1207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Android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37360" y="2048256"/>
            <a:ext cx="1828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83080" y="2084832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ExoPlayer (Media3)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66160" y="2048256"/>
            <a:ext cx="19202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11880" y="2084832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Widevine L1/L3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0" y="2048256"/>
            <a:ext cx="14630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32120" y="2084832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JUnit 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49440" y="2048256"/>
            <a:ext cx="16459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95160" y="2084832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Espresso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95360" y="2048256"/>
            <a:ext cx="31089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41080" y="2084832"/>
            <a:ext cx="3035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ubuntu-latest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2304288"/>
            <a:ext cx="128016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2340864"/>
            <a:ext cx="1207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Samsung TV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37360" y="2304288"/>
            <a:ext cx="18288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783080" y="2340864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Shaka / AVPlay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66160" y="2304288"/>
            <a:ext cx="19202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11880" y="2340864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PlayReady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0" y="2304288"/>
            <a:ext cx="14630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32120" y="2340864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Jest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49440" y="2304288"/>
            <a:ext cx="16459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95160" y="2340864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Selenium/Tizen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95360" y="2304288"/>
            <a:ext cx="310896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1080" y="2340864"/>
            <a:ext cx="3035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ubuntu-latest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2560320"/>
            <a:ext cx="12801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2596896"/>
            <a:ext cx="1207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Roku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737360" y="2560320"/>
            <a:ext cx="1828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783080" y="2596896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Native Media Player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66160" y="2560320"/>
            <a:ext cx="19202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11880" y="2596896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PlayReady / Widevine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0" y="2560320"/>
            <a:ext cx="14630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32120" y="2596896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BrightScript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49440" y="2560320"/>
            <a:ext cx="16459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95160" y="2596896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Roku sideload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95360" y="2560320"/>
            <a:ext cx="31089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41080" y="2596896"/>
            <a:ext cx="3035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ubuntu-latest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2816352"/>
            <a:ext cx="128016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2920" y="2852928"/>
            <a:ext cx="1207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Apple TV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37360" y="2816352"/>
            <a:ext cx="18288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783080" y="2852928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AVPlayer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566160" y="2816352"/>
            <a:ext cx="19202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11880" y="2852928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FairPlay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86400" y="2816352"/>
            <a:ext cx="14630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532120" y="2852928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XCTest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949440" y="2816352"/>
            <a:ext cx="16459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95160" y="2852928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XCUITest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95360" y="2816352"/>
            <a:ext cx="310896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641080" y="2852928"/>
            <a:ext cx="3035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macos-latest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3072384"/>
            <a:ext cx="12801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02920" y="3108960"/>
            <a:ext cx="1207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Fire TV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737360" y="3072384"/>
            <a:ext cx="1828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783080" y="3108960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ExoPlayer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566160" y="3072384"/>
            <a:ext cx="19202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11880" y="3108960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Widevine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86400" y="3072384"/>
            <a:ext cx="14630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532120" y="3108960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JUnit 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949440" y="3072384"/>
            <a:ext cx="16459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995160" y="3108960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ADB + Espresso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95360" y="3072384"/>
            <a:ext cx="31089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641080" y="3108960"/>
            <a:ext cx="3035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ubuntu-latest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5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Video Delivery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3474720"/>
          </a:xfrm>
          <a:prstGeom prst="rect">
            <a:avLst/>
          </a:prstGeom>
          <a:solidFill>
            <a:srgbClr val="1A2434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DD3FC"/>
                </a:solidFill>
              </a:rPr>
              <a:t>Origin (FFmpeg/Packager)          CDN Edge (Nginx :8081)          Player
  HLS multi-bitrate renditions  ──►  Cache-Control, CORS,     ──►  ABR Engine
    360p  800 kbps                    Range headers                 Manifest request
    720p  2.5 Mbps                                                  Segment requests
    1080p 5 Mbps                                                    Bitrate selection
    4K    15 Mbps                                                   QoE Metrics SDK
                                                                         │
                                                              POST /api/v1/metrics
                                                                         │
                                                              Backend API (Spring Boot)
                                                              PostgreSQL metrics store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937760"/>
            <a:ext cx="11430000" cy="82296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4937760"/>
            <a:ext cx="45720" cy="822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4983480"/>
            <a:ext cx="11292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Local CI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5193792"/>
            <a:ext cx="11292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In this workshop, Nginx on port 8081 simulates the CDN edge. HLS segments and manifests are served with proper Range and CORS headers.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6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Quality Issues Affect Viewers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66160" cy="77724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87171"/>
                </a:solidFill>
              </a:rPr>
              <a:t>47%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99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viewers abandon after 20 s of buffering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3566160" cy="77724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3258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87171"/>
                </a:solidFill>
              </a:rPr>
              <a:t>3x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7099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higher churn for users with startup &gt; 4 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280160"/>
            <a:ext cx="3566160" cy="77724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3258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BBF24"/>
                </a:solidFill>
              </a:rPr>
              <a:t>$2.16B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7099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estimated annual revenue lost to streaming QoE issues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21031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22576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Issue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286000"/>
            <a:ext cx="41148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40" y="2322576"/>
            <a:ext cx="4041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User Perception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286000"/>
            <a:ext cx="50292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322576"/>
            <a:ext cx="4956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Business Impact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42032"/>
            <a:ext cx="21031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578608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Startup &gt; 3 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2542032"/>
            <a:ext cx="4114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2578608"/>
            <a:ext cx="4041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"App is broken" — viewer switches away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2542032"/>
            <a:ext cx="50292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2578608"/>
            <a:ext cx="4956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Drop in session starts, negative reviews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798064"/>
            <a:ext cx="21031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834640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Rebuffering &gt; 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2798064"/>
            <a:ext cx="41148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06040" y="2834640"/>
            <a:ext cx="4041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Frustration, loses track of content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2798064"/>
            <a:ext cx="50292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2834640"/>
            <a:ext cx="4956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15–30% increase in abandonment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054096"/>
            <a:ext cx="21031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090672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Bitrate downgrade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3054096"/>
            <a:ext cx="4114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06040" y="3090672"/>
            <a:ext cx="4041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Blurry picture — "bad service"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3054096"/>
            <a:ext cx="50292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3090672"/>
            <a:ext cx="4956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Subscription cancellations in premium tiers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310128"/>
            <a:ext cx="21031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3346704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Audio/video sync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3310128"/>
            <a:ext cx="41148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06040" y="3346704"/>
            <a:ext cx="4041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Jarring, unwatchable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3310128"/>
            <a:ext cx="50292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3346704"/>
            <a:ext cx="4956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Immediate exit, social media complaints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566160"/>
            <a:ext cx="21031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602736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DRM errors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3566160"/>
            <a:ext cx="4114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06040" y="3602736"/>
            <a:ext cx="4041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"Can't play this video" — no recovery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75120" y="3566160"/>
            <a:ext cx="50292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3602736"/>
            <a:ext cx="4956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Support tickets, refund requests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3822192"/>
            <a:ext cx="21031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3858768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Crash on launch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60320" y="3822192"/>
            <a:ext cx="41148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06040" y="3858768"/>
            <a:ext cx="4041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No experience at all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75120" y="3822192"/>
            <a:ext cx="50292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20840" y="3858768"/>
            <a:ext cx="4956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1-star reviews, app store ranking drop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QoE Scoring Model — Release Gate Thresholds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3017520"/>
          </a:xfrm>
          <a:prstGeom prst="rect">
            <a:avLst/>
          </a:prstGeom>
          <a:solidFill>
            <a:srgbClr val="1A2434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DD3FC"/>
                </a:solidFill>
              </a:rPr>
              <a:t>// ValidationEngine.java — composite scoring
double score = 1.0;
if (startupTime &gt; 3000)          score -= 0.25;   // 25% penalty  (threshold: 3 s)
if (totalBufferingTime &gt; 5)      score -= 0.30;   // 30% penalty  (threshold: 5 s cumulative)
if (errorCount &gt; 2)              score -= 0.25;   // 25% penalty  (threshold: 2 errors)
if (bitrateSwitches &gt; 10)        score -= 0.10;   // 10% penalty  (threshold: 10 switches)
if (currentBitrate &lt; 500_000)    score -= 0.10;   // 10% penalty  (threshold: 500 kbps)
String quality = score &gt;= 0.9 ? "excellent"   // all metrics nominal
               : score &gt;= 0.7 ? "good"        // one minor issue
               : score &gt;= 0.5 ? "fair"        // notable degradation
               : "poor";                      // gate FAILS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2651760" cy="77724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6177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</a:rPr>
              <a:t>&gt;= 0.9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017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excellent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4572000"/>
            <a:ext cx="2651760" cy="77724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46177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</a:rPr>
              <a:t>&gt;= 0.7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0017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good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572000"/>
            <a:ext cx="2651760" cy="77724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46177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BBF24"/>
                </a:solidFill>
              </a:rPr>
              <a:t>&gt;= 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0017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fair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4572000"/>
            <a:ext cx="2651760" cy="77724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46177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87171"/>
                </a:solidFill>
              </a:rPr>
              <a:t>&lt; 0.5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50017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poor — gate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8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Testing Pyramid for Streaming QoE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3840480"/>
          </a:xfrm>
          <a:prstGeom prst="rect">
            <a:avLst/>
          </a:prstGeom>
          <a:solidFill>
            <a:srgbClr val="1A2434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DD3FC"/>
                </a:solidFill>
              </a:rPr>
              <a:t>╔══════════════════╗
                       ╔╝   Acceptance      ╚╗   &lt; 30 min · cross-platform 80% gate
                      ╔══════════════════════╗
                     ╔╝  E2E / Playwright     ╚╗  ~10 min per module · full Docker stack
                    ╔══════════════════════════╗
                   ╔╝  Integration / REST Assured╚╗  ~5 min · Testcontainers
                  ╔══════════════════════════════╗
                 ╔╝          Unit Tests           ╚╗  &lt; 2 min · all modules
                ╚══════════════════════════════════╝
    SLOWER / FEWER / MORE DEPS ↑          ↑ HIGHER CONFIDENCE PER TEST
    FASTER / MORE / ISOLATED   ↓          ↓ LOWER COST TO WRITE &amp; MAINTAIN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303520"/>
            <a:ext cx="45720" cy="5486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5349240"/>
            <a:ext cx="11109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Keep the pyramid shape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559552"/>
            <a:ext cx="11109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Aim for ~60% unit, ~30% integration+E2E, ~10% acceptance. An inverted pyramid (mostly E2E) is slow, fragile, and expensive to maintain.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Testing Taxonomy — All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55448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280160"/>
            <a:ext cx="237744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1316736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Tool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1188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16736"/>
            <a:ext cx="1115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Speed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280160"/>
            <a:ext cx="192024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1316736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Environment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0" y="1280160"/>
            <a:ext cx="420624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1316736"/>
            <a:ext cx="4133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Catches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536192"/>
            <a:ext cx="15544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572768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Unit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1536192"/>
            <a:ext cx="23774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1572768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JUnit 5 / Vitest / XCTest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536192"/>
            <a:ext cx="11887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572768"/>
            <a:ext cx="1115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&lt; 2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1536192"/>
            <a:ext cx="19202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1572768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No external deps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1536192"/>
            <a:ext cx="42062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1572768"/>
            <a:ext cx="4133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Validation rules, scoring, parsers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792224"/>
            <a:ext cx="15544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1828800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Integration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1792224"/>
            <a:ext cx="23774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57400" y="1828800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Spring Test + Testcontainers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1792224"/>
            <a:ext cx="11887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1828800"/>
            <a:ext cx="1115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1–5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1792224"/>
            <a:ext cx="19202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3560" y="1828800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Docker — DB 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0" y="1792224"/>
            <a:ext cx="42062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1828800"/>
            <a:ext cx="4133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API ↔ Postgres, REST contracts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048256"/>
            <a:ext cx="15544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084832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E2E / Functional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80" y="2048256"/>
            <a:ext cx="23774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084832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Playwright / REST Assured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2048256"/>
            <a:ext cx="11887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2084832"/>
            <a:ext cx="1115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5–15 min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2048256"/>
            <a:ext cx="19202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60" y="2084832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Full Docker stack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0" y="2048256"/>
            <a:ext cx="42062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43800" y="2084832"/>
            <a:ext cx="4133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Playback flow, metric POST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304288"/>
            <a:ext cx="15544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2340864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Smoke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2304288"/>
            <a:ext cx="23774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2340864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curl / custom script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0" y="2304288"/>
            <a:ext cx="11887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34840" y="2340864"/>
            <a:ext cx="1115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&lt; 2 min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77840" y="2304288"/>
            <a:ext cx="19202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23560" y="2340864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Deployed environment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80" y="2304288"/>
            <a:ext cx="42062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43800" y="2340864"/>
            <a:ext cx="4133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Health, metric POST 201, player loads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2560320"/>
            <a:ext cx="15544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2596896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Regression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11680" y="2560320"/>
            <a:ext cx="23774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596896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@Tag("regression") tests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89120" y="2560320"/>
            <a:ext cx="11887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34840" y="2596896"/>
            <a:ext cx="1115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5–20 min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77840" y="2560320"/>
            <a:ext cx="19202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23560" y="2596896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CI / staging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98080" y="2560320"/>
            <a:ext cx="42062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43800" y="2596896"/>
            <a:ext cx="4133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Previously-fixed bugs stay fixed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2816352"/>
            <a:ext cx="15544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2852928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Acceptance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11680" y="2816352"/>
            <a:ext cx="23774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2852928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Maven/TestNG matrix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89120" y="2816352"/>
            <a:ext cx="11887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34840" y="2852928"/>
            <a:ext cx="1115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15–30 min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77840" y="2816352"/>
            <a:ext cx="19202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23560" y="2852928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Docker + CI matrix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98080" y="2816352"/>
            <a:ext cx="42062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43800" y="2852928"/>
            <a:ext cx="4133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80% gate before release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3072384"/>
            <a:ext cx="15544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" y="3108960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Performance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11680" y="3072384"/>
            <a:ext cx="23774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3108960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k6 / Gatling / Lighthouse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89120" y="3072384"/>
            <a:ext cx="11887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34840" y="3108960"/>
            <a:ext cx="1115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Varies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577840" y="3072384"/>
            <a:ext cx="19202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23560" y="3108960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Load generator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98080" y="3072384"/>
            <a:ext cx="42062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543800" y="3108960"/>
            <a:ext cx="4133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Startup time under 1,000 concurrent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3328416"/>
            <a:ext cx="15544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2920" y="3364992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Compatibility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011680" y="3328416"/>
            <a:ext cx="23774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57400" y="3364992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Playwright matrix projects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89120" y="3328416"/>
            <a:ext cx="11887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434840" y="3364992"/>
            <a:ext cx="1115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10–20 min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577840" y="3328416"/>
            <a:ext cx="19202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623560" y="3364992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Browser matrix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498080" y="3328416"/>
            <a:ext cx="42062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543800" y="3364992"/>
            <a:ext cx="4133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Same test, multiple browsers/OS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3584448"/>
            <a:ext cx="15544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02920" y="3621024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Network Sim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011680" y="3584448"/>
            <a:ext cx="23774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57400" y="3621024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Playwright throttle / tc-netem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389120" y="3584448"/>
            <a:ext cx="11887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434840" y="3621024"/>
            <a:ext cx="1115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5–10 min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577840" y="3584448"/>
            <a:ext cx="19202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623560" y="3621024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tc or Playwright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498080" y="3584448"/>
            <a:ext cx="42062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543800" y="3621024"/>
            <a:ext cx="4133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3G throttle, CDN delay, packet loss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10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Build Acceptance Tests — Release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Gate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47120" cy="2743200"/>
          </a:xfrm>
          <a:prstGeom prst="rect">
            <a:avLst/>
          </a:prstGeom>
          <a:solidFill>
            <a:srgbClr val="1A2434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DD3FC"/>
                </a:solidFill>
              </a:rPr>
              <a:t>[Unit Tests] → [E2E Tests] → POST /api/v1/pipeline-runs (create run)
                                  │  push per-platform counts (api, web, android, ios, automation)
                                  │  POST /api/v1/pipeline-runs/{id}/finalize
                                  │
                             passed &gt;= 80%?
                        ┌──────────┴──────────┐
                       YES                    NO
                        │                     │
                  status=RELEASED       status=BLOCKED
                  → GitHub Release      → Block merge
                  → Slack success       → Slack failure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663440"/>
            <a:ext cx="18288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700016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Pass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4663440"/>
            <a:ext cx="18288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4700016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663440"/>
            <a:ext cx="75895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4700016"/>
            <a:ext cx="7516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919472"/>
            <a:ext cx="1828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56048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&gt;= 80%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4919472"/>
            <a:ext cx="1828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4956048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RELEASED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4919472"/>
            <a:ext cx="75895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4956048"/>
            <a:ext cx="7516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Create GitHub Release, Slack success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75504"/>
            <a:ext cx="18288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212080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&lt; 80%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5175504"/>
            <a:ext cx="18288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5212080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BLOCKED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5175504"/>
            <a:ext cx="75895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0520" y="5212080"/>
            <a:ext cx="7516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Block merge, Slack alert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431536"/>
            <a:ext cx="1828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468112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No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5431536"/>
            <a:ext cx="1828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1720" y="5468112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PENDING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5431536"/>
            <a:ext cx="75895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0520" y="5468112"/>
            <a:ext cx="7516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Workflow fails — no results submitted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11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Smoke Tests — First Check After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Smoke Test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5603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28216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91640"/>
            <a:ext cx="475488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728216"/>
            <a:ext cx="4681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Pass Criterion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47672"/>
            <a:ext cx="25603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84248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API health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947672"/>
            <a:ext cx="47548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1984248"/>
            <a:ext cx="4681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/actuator/health → {status: UP}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03704"/>
            <a:ext cx="25603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40280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DB connectivity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203704"/>
            <a:ext cx="47548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2240280"/>
            <a:ext cx="4681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GET /api/v1/metrics returns 200 (not 503)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59736"/>
            <a:ext cx="25603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496312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Web player loads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2459736"/>
            <a:ext cx="47548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2496312"/>
            <a:ext cx="4681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React SPA renders, no console errors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15768"/>
            <a:ext cx="25603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752344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Nginx serving content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715768"/>
            <a:ext cx="47548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63240" y="2752344"/>
            <a:ext cx="4681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GET /videos/ returns 200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971800"/>
            <a:ext cx="25603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008376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Metric POST accepted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2971800"/>
            <a:ext cx="47548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63240" y="3008376"/>
            <a:ext cx="4681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POST /api/v1/metrics → 201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27832"/>
            <a:ext cx="25603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264408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Pipeline API up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227832"/>
            <a:ext cx="47548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3264408"/>
            <a:ext cx="4681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GET /api/v1/pipeline-runs/latest → 200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1280160"/>
            <a:ext cx="4206240" cy="3200400"/>
          </a:xfrm>
          <a:prstGeom prst="rect">
            <a:avLst/>
          </a:prstGeom>
          <a:solidFill>
            <a:srgbClr val="1A2434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1325880"/>
            <a:ext cx="40233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DD3FC"/>
                </a:solidFill>
              </a:rPr>
              <a:t>#!/bin/bash
BASE="${API_BASE:-http://localhost:8080}"
curl -sf "$BASE/actuator/health" | grep '"UP"'
curl -sf -X POST "$BASE/api/v1/metrics" \
  -H "Content-Type: application/json" \
  -d '{"platform":"smoke","sessionId":"sm-1",
       "timestamp":"2026-01-01T00:00:00Z",
       "videoId":"smoke","metrics":{"startupTime":100}}' \
  | grep '"id"'
echo "All smoke tests passed"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Regression Tests — Bugs That Must Stay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Tag &amp; Track Every Production Bug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486400" cy="2011680"/>
          </a:xfrm>
          <a:prstGeom prst="rect">
            <a:avLst/>
          </a:prstGeom>
          <a:solidFill>
            <a:srgbClr val="1A2434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3035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DD3FC"/>
                </a:solidFill>
              </a:rPr>
              <a:t>@Test
@Tag("regression")
@Tag("bug-QOE-412")
void platformNormalization_appletv_caseSensitive() {
    // Bug: "APPLE_TV" was rejected; correct normalised key is "APPLETV"
    String normalised = Platform.normalize("APPLE_TV");
    assertEquals("APPLETV", normalised);
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292608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728216"/>
            <a:ext cx="2852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Bug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691640"/>
            <a:ext cx="25603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728216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Test Home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47672"/>
            <a:ext cx="29260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84248"/>
            <a:ext cx="2852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Validation logic regression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947672"/>
            <a:ext cx="25603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984248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Unit — ValidationEngineTest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203704"/>
            <a:ext cx="29260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240280"/>
            <a:ext cx="2852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API schema break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203704"/>
            <a:ext cx="25603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240280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Integration — REST Assured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459736"/>
            <a:ext cx="29260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496312"/>
            <a:ext cx="2852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Platform-specific metric miss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459736"/>
            <a:ext cx="25603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496312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E2E — Playwright / XCUITest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715768"/>
            <a:ext cx="29260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752344"/>
            <a:ext cx="2852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Quality score drift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715768"/>
            <a:ext cx="25603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2752344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Unit — scoring formula tests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971800"/>
            <a:ext cx="29260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008376"/>
            <a:ext cx="2852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DRM error not caught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2971800"/>
            <a:ext cx="25603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3008376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Integration — mock license server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227832"/>
            <a:ext cx="29260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3264408"/>
            <a:ext cx="2852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Pipeline run not finalised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3227832"/>
            <a:ext cx="25603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3264408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Integration — PipelineRunServiceTest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931920"/>
            <a:ext cx="5486400" cy="59436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931920"/>
            <a:ext cx="45720" cy="594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3977640"/>
            <a:ext cx="5349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Run only regression tests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4187952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./gradlew test -Ptags=regression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13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Run Tests in CI/CD Pipelines?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474720" cy="77724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</a:rPr>
              <a:t>10x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99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cheaper to fix a bug in CI vs 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280160"/>
            <a:ext cx="3474720" cy="77724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325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</a:rPr>
              <a:t>&lt; 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7099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time-to-feedback per module commit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280160"/>
            <a:ext cx="3474720" cy="77724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325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7099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manual test runs needed on merge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22860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22576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Benefit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286000"/>
            <a:ext cx="89611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2322576"/>
            <a:ext cx="8887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Detail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42032"/>
            <a:ext cx="22860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578608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Shift-left testing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542032"/>
            <a:ext cx="89611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2578608"/>
            <a:ext cx="8887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Bugs found at commit time, not post-release — 10x cheaper to fix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98064"/>
            <a:ext cx="22860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834640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Consistent environment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798064"/>
            <a:ext cx="89611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2834640"/>
            <a:ext cx="8887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Same Docker stack every run — no 'works on my machine'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54096"/>
            <a:ext cx="22860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090672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Parallel execution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3054096"/>
            <a:ext cx="89611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8920" y="3090672"/>
            <a:ext cx="8887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Multi-platform matrix runs simultaneously — no waiting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310128"/>
            <a:ext cx="22860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346704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Audit trail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3310128"/>
            <a:ext cx="89611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8920" y="3346704"/>
            <a:ext cx="8887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Every test result tied to commit SHA and build number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566160"/>
            <a:ext cx="22860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602736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Release confidence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3566160"/>
            <a:ext cx="89611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8920" y="3602736"/>
            <a:ext cx="8887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Quality gate blocks bad builds before they reach production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822192"/>
            <a:ext cx="22860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3858768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Fast feedback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822192"/>
            <a:ext cx="89611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88920" y="3858768"/>
            <a:ext cx="8887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Threaded Slack notifications — know status within minutes per stage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078224"/>
            <a:ext cx="22860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114800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Path filtering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0" y="4078224"/>
            <a:ext cx="89611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88920" y="4114800"/>
            <a:ext cx="8887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Only the affected module's pipeline runs — saves 70% runner minutes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14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Module-Isolated Pipelines — Path Filtering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926080"/>
          </a:xfrm>
          <a:prstGeom prst="rect">
            <a:avLst/>
          </a:prstGeom>
          <a:solidFill>
            <a:srgbClr val="1A2434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DD3FC"/>
                </a:solidFill>
              </a:rPr>
              <a:t># qoe-api-tests.yml
on:
  push:
    paths:
      - 'backend-api/**'             # API source code
      - 'qoe-automation-tests/**'    # Shared automation suite
      - 'docker-compose.yml'         # Compose stack
      - '.github/workflows/qoe-api-tests.yml'   # Self-trigger on workflow changes
      - '.github/scripts/api_tests_to_slack.py' # Script changes also trigger
  pull_request:
    paths:
      - 'backend-api/**'
      - '.github/workflows/qoe-api-tests.yml'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434840"/>
            <a:ext cx="25603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471416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4434840"/>
            <a:ext cx="86868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4471416"/>
            <a:ext cx="8613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Triggered When These Paths 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90872"/>
            <a:ext cx="25603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727448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qoe-api-tests.yml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4690872"/>
            <a:ext cx="8686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4727448"/>
            <a:ext cx="8613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backend-api/** | docker-compose.yml | qoe-automation-tests/**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46904"/>
            <a:ext cx="25603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983480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qoe-web-tests.yml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4946904"/>
            <a:ext cx="86868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4983480"/>
            <a:ext cx="8613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web-player/** | docker-compose.yml | qoe-automation-tests/**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02936"/>
            <a:ext cx="25603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239512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qoe-android-tests.yml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5202936"/>
            <a:ext cx="8686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40" y="5239512"/>
            <a:ext cx="8613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android-player/** | qoe-automation-tests/**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458968"/>
            <a:ext cx="25603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495544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qoe-ios-tests.yml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5458968"/>
            <a:ext cx="86868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240" y="5495544"/>
            <a:ext cx="8613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ios-player/** | qoe-automation-tests/**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715000"/>
            <a:ext cx="25603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751576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qoe-validation.yml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5715000"/>
            <a:ext cx="8686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5751576"/>
            <a:ext cx="8613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any module (PR only — lightweight compile + unit)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971032"/>
            <a:ext cx="25603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007608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qoe-pr-e2e.yml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5971032"/>
            <a:ext cx="86868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63240" y="6007608"/>
            <a:ext cx="8613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backend-api/**, web-player/**, docker-compose.yml (PR only)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15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CI/CD Pipeline Architecture —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5394960"/>
          </a:xfrm>
          <a:prstGeom prst="rect">
            <a:avLst/>
          </a:prstGeom>
          <a:solidFill>
            <a:srgbClr val="1A2434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DD3FC"/>
                </a:solidFill>
              </a:rPr>
              <a:t>Developer Push / PR
  │
  ├─ Push to backend-api/**  ──────────────► qoe-api-tests.yml
  │                                            Stage 1: Unit Tests (Gradle)
  │                                            Stage 2: E2E Matrix (3 platforms)
  │                                            Stage 3: Automation E2E (Maven/TestNG)
  │                                            Stage 4: Allure Report + Slack Summary
  │
  ├─ Push to web-player/**   ──────────────► qoe-web-tests.yml
  │                                            Stage 1: Unit + Lint (Vitest)
  │                                            Stage 2: Playwright E2E
  │                                            Stage 3: Automation E2E
  │                                            Stage 4: Report + Slack
  │
  ├─ Push to android-player/**  ───────────► qoe-android-tests.yml
  │                                            Stage 1: Unit + Lint (Gradle)
  │                                            Stage 2: Build APK
  │                                            Stage 3: Automation E2E
  │                                            Stage 4: Report + Slack
  │
  ├─ Push to ios-player/**   ──────────────► qoe-ios-tests.yml
  │                                            Stage 1: swift test
  │                                            Stage 2: Xcode Build (Simulator)
  │                                            Stage 3: Automation E2E
  │                                            Stage 4: Report + Slack
  │
  └─ Pull Request  ─────────────────────────► qoe-validation.yml (lightweight)
                                            ► qoe-pr-e2e.yml (full E2E gate)
Manual trigger  ─────────────────────────────► build-acceptance-release.yml
                                                Cross-module acceptance +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16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Quality Gate — Design &amp;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6858000" cy="3017520"/>
          </a:xfrm>
          <a:prstGeom prst="rect">
            <a:avLst/>
          </a:prstGeom>
          <a:solidFill>
            <a:srgbClr val="1A2434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6751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DD3FC"/>
                </a:solidFill>
              </a:rPr>
              <a:t># 1. Create run
RUN=$(curl -sS -X POST "$API/api/v1/pipeline-runs"
  -d '{"githubRunId":"${{ github.run_id }}"}' | jq -r .runId)
# 2. Push per-platform results (once per module acceptance job)
for platform in api web android ios automation; do
  curl -X POST "$API/api/v1/pipeline-runs/$RUN/platforms"
    -d '{"platform":"'$platform'","passed":'$P',"failed":'$F',"total":'$T'}'
done
# 3. Finalize — compute aggregate pass rate
curl -X POST "$API/api/v1/pipeline-runs/$RUN/finalize"
# Response: { "status": "RELEASED", "passRate": 0.94 }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325880"/>
            <a:ext cx="109728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799" y="136245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Pass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59" y="1325880"/>
            <a:ext cx="1188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79" y="1362456"/>
            <a:ext cx="1115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79" y="1325880"/>
            <a:ext cx="192024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29799" y="1362456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581912"/>
            <a:ext cx="10972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799" y="1618488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&gt;= 80%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59" y="1581912"/>
            <a:ext cx="11887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79" y="1618488"/>
            <a:ext cx="1115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RELEASED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79" y="1581912"/>
            <a:ext cx="19202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799" y="1618488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Create GitHub Release, Slack success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837944"/>
            <a:ext cx="10972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799" y="187452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&lt; 80%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59" y="1837944"/>
            <a:ext cx="11887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79" y="1874520"/>
            <a:ext cx="1115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BLOCKED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79" y="1837944"/>
            <a:ext cx="19202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799" y="1874520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Block deploy, Slack failure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2093976"/>
            <a:ext cx="10972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799" y="2130552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No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59" y="2093976"/>
            <a:ext cx="11887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79" y="2130552"/>
            <a:ext cx="1115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PENDING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79" y="2093976"/>
            <a:ext cx="19202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799" y="2130552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Workflow fails — no results submitted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72000"/>
            <a:ext cx="6858000" cy="82296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572000"/>
            <a:ext cx="45720" cy="8229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4617720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Fallback: continue-on-error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828032"/>
            <a:ext cx="6720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E2E matrix jobs use continue-on-error: true so one flaky platform runner does not block the others from reporting. The report job collects all results regardless.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79" y="2743200"/>
            <a:ext cx="4206240" cy="91440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98079" y="2743200"/>
            <a:ext cx="45720" cy="914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07807" y="2788920"/>
            <a:ext cx="4069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Configurable threshold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7807" y="2999232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QUALITY_GATE_THRESHOLD=80 in application.yml. Raise to 95% for production, lower for experimental branches.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Fallback Options in the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0175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Failure Scenario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280160"/>
            <a:ext cx="384048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316736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Fallback Mechanism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280160"/>
            <a:ext cx="43891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316736"/>
            <a:ext cx="4315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Configured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30175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72768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E2E fails on one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536192"/>
            <a:ext cx="38404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572768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continue-on-error: true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536192"/>
            <a:ext cx="43891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572768"/>
            <a:ext cx="4315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e2e-tests matrix job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792224"/>
            <a:ext cx="30175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82880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Docker compose start fails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1792224"/>
            <a:ext cx="38404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1828800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if: always() on upload/report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1792224"/>
            <a:ext cx="43891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1828800"/>
            <a:ext cx="4315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All E2E jobs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48256"/>
            <a:ext cx="30175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084832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Allure report gen fails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2048256"/>
            <a:ext cx="38404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2084832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Placeholder index.html created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2048256"/>
            <a:ext cx="43891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2084832"/>
            <a:ext cx="4315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api-report job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304288"/>
            <a:ext cx="30175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340864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Slack token missing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2304288"/>
            <a:ext cx="38404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2340864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if: env.SLACK_BOT_TOKEN != '' guard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2304288"/>
            <a:ext cx="43891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2340864"/>
            <a:ext cx="4315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All Slack steps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560320"/>
            <a:ext cx="30175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596896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GitHub Pages not enabled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2560320"/>
            <a:ext cx="38404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20440" y="2596896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Fallback to Actions artifact URL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2560320"/>
            <a:ext cx="43891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2596896"/>
            <a:ext cx="4315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api_tests_to_slack.py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816352"/>
            <a:ext cx="30175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852928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Quality gate API down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0" y="2816352"/>
            <a:ext cx="38404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20440" y="2852928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Workflow fails → retry via dispatch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0" y="2816352"/>
            <a:ext cx="43891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2852928"/>
            <a:ext cx="4315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build-acceptance-release.yml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072384"/>
            <a:ext cx="30175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iOS build fails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0" y="3072384"/>
            <a:ext cx="38404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0440" y="3108960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set -o pipefail — no silent || true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0" y="3072384"/>
            <a:ext cx="43891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60920" y="3108960"/>
            <a:ext cx="4315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qoe-ios-tests.yml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328416"/>
            <a:ext cx="30175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3364992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Runner OOM / hung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0" y="3328416"/>
            <a:ext cx="38404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20440" y="3364992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timeout-minutes: 30 kills the job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0" y="3328416"/>
            <a:ext cx="43891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60920" y="3364992"/>
            <a:ext cx="4315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All long-running jobs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5029200"/>
            <a:ext cx="11247120" cy="77724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" y="5029200"/>
            <a:ext cx="45720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" y="5074920"/>
            <a:ext cx="11109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Manual escape hatch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5285232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build-acceptance-release.yml is workflow_dispatch only. A release manager can trigger it at any time, choose the ref, and decide whether to create a GitHub Release — preventing accidental production releases.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18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Slack Notifications — Threaded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4846320"/>
          </a:xfrm>
          <a:prstGeom prst="rect">
            <a:avLst/>
          </a:prstGeom>
          <a:solidFill>
            <a:srgbClr val="1A2434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DD3FC"/>
                </a:solidFill>
              </a:rPr>
              <a:t>notify-start job                              Slack channel
  │                                             ┌─────────────────────────────────────┐
  │  curl chat.postMessage                      │ [API] Build Started | Build #42     │
  └─► save thread_ts as artifact                │ Branch: main  Commit: abc1234        │
                                                └─────────────────────────────────────┘
unit-tests job (needs: notify-start)                    │
  │                                                     ▼ thread reply
  │  python3 stage_result_to_slack.py           ┌─────────────────────────────────────┐
  └─► reads THREAD_TS, posts reply              │ ✓ Unit Tests PASSED | Build #42     │
                                                │ Passed: 47  Failed: 0  Rate: 100%   │
e2e-tests job                                   └─────────────────────────────────────┘
  │                                                     │
  │  python3 stage_result_to_slack.py                   ▼ thread reply
  └─► reads THREAD_TS, posts reply              ┌─────────────────────────────────────┐
                                                │ ✓ E2E Tests PASSED | Build #42      │
api-report job (if: always())                   │ Passed: 18  Failed: 0  Rate: 90%    │
  │                                             │ Report: &lt;link|Allure&gt;               │
  │  python3 module_result_to_slack.py          └─────────────────────────────────────┘
  └─► overall summary message (top-level)              │
                                                       ▼ top-level summary
                                               ┌─────────────────────────────────────┐
                                               │ [API] Build PASSED | 18 min         │
                                               │ Unit ✓ | E2E ✓ | Automation ✓       │
                                               └─────────────────────────────────────┘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19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Slack Bot — Create App &amp; Get Token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36576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62456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32004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62456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Location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325880"/>
            <a:ext cx="768096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1362456"/>
            <a:ext cx="7607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81912"/>
            <a:ext cx="3657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18488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1581912"/>
            <a:ext cx="32004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618488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api.slack.com/apps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1581912"/>
            <a:ext cx="76809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1618488"/>
            <a:ext cx="7607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Create New App → From scratch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37944"/>
            <a:ext cx="36576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874520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1837944"/>
            <a:ext cx="32004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1874520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App 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1837944"/>
            <a:ext cx="768096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1874520"/>
            <a:ext cx="7607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QoE CI Bot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93976"/>
            <a:ext cx="3657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130552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2093976"/>
            <a:ext cx="32004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130552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Workspace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2093976"/>
            <a:ext cx="76809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9080" y="2130552"/>
            <a:ext cx="7607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Select your workspace → Create App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350008"/>
            <a:ext cx="36576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386584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2350008"/>
            <a:ext cx="32004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2386584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OAuth &amp; Permissions → Scopes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360" y="2350008"/>
            <a:ext cx="768096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9080" y="2386584"/>
            <a:ext cx="7607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Add: chat:write, chat:write.public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606040"/>
            <a:ext cx="3657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642616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2606040"/>
            <a:ext cx="32004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2642616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OAuth &amp; Permissions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3360" y="2606040"/>
            <a:ext cx="76809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9080" y="2642616"/>
            <a:ext cx="7607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Install to Workspace → Allow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862072"/>
            <a:ext cx="36576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898648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2862072"/>
            <a:ext cx="32004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2898648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OAuth Tokens section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23360" y="2862072"/>
            <a:ext cx="768096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69080" y="2898648"/>
            <a:ext cx="7607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Copy Bot User OAuth Token (xoxb-...)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118104"/>
            <a:ext cx="3657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154680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" y="3118104"/>
            <a:ext cx="32004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" y="3154680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Slack channel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23360" y="3118104"/>
            <a:ext cx="76809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9080" y="3154680"/>
            <a:ext cx="7607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/invite @QoE CI Bot  (must be invited)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374136"/>
            <a:ext cx="36576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3410712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" y="3374136"/>
            <a:ext cx="32004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3410712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GitHub repo → Settings → Secrets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3360" y="3374136"/>
            <a:ext cx="768096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69080" y="3410712"/>
            <a:ext cx="7607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Add SLACK_BOT_TOKEN and SLACK_CHANNEL_ID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5029200"/>
            <a:ext cx="11247120" cy="82296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" y="5029200"/>
            <a:ext cx="45720" cy="822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" y="5074920"/>
            <a:ext cx="11109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Finding Channel 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5285232"/>
            <a:ext cx="11109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Open the channel in Slack → right-click name → View channel details → Copy the ID at the bottom (starts with C for public, G for private). Or read the URL: last segment after /archives/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Slack Block Kit — Message Format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0" cy="3840480"/>
          </a:xfrm>
          <a:prstGeom prst="rect">
            <a:avLst/>
          </a:prstGeom>
          <a:solidFill>
            <a:srgbClr val="1A2434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30352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DD3FC"/>
                </a:solidFill>
              </a:rPr>
              <a:t>{
  "channel": "C0XXXXXXXXX",
  "unfurl_links": false,
  "unfurl_media": false,
  "blocks": [
    { "type": "header",
      "text": { "type": "plain_text",
                "text": "[API] Build Started | Build #42" } },
    { "type": "section",
      "text": { "type": "mrkdwn",
                "text": "*Branch:* main  *Commit:* &lt;https://github.com/.../commit/abc|abc1234&gt;" } },
    { "type": "divider" },
    { "type": "section",
      "text": { "type": "mrkdwn",
                "text": ":white_check_mark: *Unit Tests* PASSED — 47/47 · 100%" } }
  ]
}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25880"/>
            <a:ext cx="201168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362456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mrkdwn Element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325880"/>
            <a:ext cx="3474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362456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Syntax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81912"/>
            <a:ext cx="20116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18488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Bold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581912"/>
            <a:ext cx="34747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18488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*text*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837944"/>
            <a:ext cx="20116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874520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Clickable link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837944"/>
            <a:ext cx="34747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874520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&lt;url|label&gt;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093976"/>
            <a:ext cx="20116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130552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Emoji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093976"/>
            <a:ext cx="34747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130552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:white_check_mark:  :red_circle: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350008"/>
            <a:ext cx="20116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386584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Thread reply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350008"/>
            <a:ext cx="34747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386584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Set thread_ts field in payload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606040"/>
            <a:ext cx="20116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642616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No link cards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606040"/>
            <a:ext cx="34747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2642616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unfurl_links: false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862072"/>
            <a:ext cx="20116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2898648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No code block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2862072"/>
            <a:ext cx="34747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2898648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Remove triple backtick — needed for emoji to render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21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Firebase — Platform Services for Mobile CI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5603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62456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325880"/>
            <a:ext cx="86868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362456"/>
            <a:ext cx="8613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81912"/>
            <a:ext cx="25603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18488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App Distribution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581912"/>
            <a:ext cx="8686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1618488"/>
            <a:ext cx="8613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Distribute test builds to testers without App Store / Play Store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37944"/>
            <a:ext cx="25603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874520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Test Lab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837944"/>
            <a:ext cx="86868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1874520"/>
            <a:ext cx="8613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Run instrumented Android tests on real Google-owned devices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093976"/>
            <a:ext cx="25603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130552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Crashlytics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2093976"/>
            <a:ext cx="8686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2130552"/>
            <a:ext cx="8613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Real-time crash reporting grouped by build number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50008"/>
            <a:ext cx="25603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386584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Performance Monitor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2350008"/>
            <a:ext cx="86868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40" y="2386584"/>
            <a:ext cx="8613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Startup time, HTTP latency, custom traces from real users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06040"/>
            <a:ext cx="25603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642616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Remote Config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606040"/>
            <a:ext cx="8686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2642616"/>
            <a:ext cx="8613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Feature flags without app update — enable QoE debug mode in test builds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862072"/>
            <a:ext cx="25603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898648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Hosting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2862072"/>
            <a:ext cx="86868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63240" y="2898648"/>
            <a:ext cx="8613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Deploy web player for testing — HTTPS, CDN, instant rollback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37760"/>
            <a:ext cx="11247120" cy="82296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937760"/>
            <a:ext cx="45720" cy="822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4983480"/>
            <a:ext cx="11109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Setup overview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193792"/>
            <a:ext cx="11109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console.firebase.google.com → Add project → Add Android &amp; iOS apps → Download google-services.json (Android) and GoogleService-Info.plist (iOS) → Add Firebase SDK to each app.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22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Firebase App Distribution — CI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Android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669280" cy="2834640"/>
          </a:xfrm>
          <a:prstGeom prst="rect">
            <a:avLst/>
          </a:prstGeom>
          <a:solidFill>
            <a:srgbClr val="1A2434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DD3FC"/>
                </a:solidFill>
              </a:rPr>
              <a:t>- name: Build debug APK
  run: ./gradlew assembleDebug
  working-directory: android-player
- name: Upload to Firebase App Distribution
  uses: wzieba/Firebase-Distribution-Github-Action@v1
  with:
    appId: ${{ secrets.FIREBASE_ANDROID_APP_ID }}
    serviceCredentialsFileContent: &gt;-
      ${{ secrets.FIREBASE_SERVICE_ACCOUNT }}
    groups: ci-testers
    file: android-player/app/build/outputs/apk/debug/app-debug.apk
    releaseNotes: "Build #${{ github.run_number }} — ${{ github.sha }}"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91640"/>
            <a:ext cx="5394960" cy="2834640"/>
          </a:xfrm>
          <a:prstGeom prst="rect">
            <a:avLst/>
          </a:prstGeom>
          <a:solidFill>
            <a:srgbClr val="1A2434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2120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DD3FC"/>
                </a:solidFill>
              </a:rPr>
              <a:t>- name: Build IPA
  run: |
    xcodebuild archive \
      -project QoePlayerApp.xcodeproj \
      -scheme QoePlayerApp \
      -destination 'generic/platform=iOS' \
      -archivePath QoePlayerApp.xcarchive
  working-directory: ios-player
- name: Upload to Firebase
  uses: wzieba/Firebase-Distribution-Github-Action@v1
  with:
    appId: ${{ secrets.FIREBASE_IOS_APP_ID }}
    serviceCredentialsFileContent: &gt;-
      ${{ secrets.FIREBASE_SERVICE_ACCOUNT }}
    groups: ci-testers
    file: ios-player/QoePlayerApp.xcarchive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754880"/>
            <a:ext cx="11247120" cy="59436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754880"/>
            <a:ext cx="45720" cy="5943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800600"/>
            <a:ext cx="11109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GitHub Secrets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010912"/>
            <a:ext cx="11109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FIREBASE_SERVICE_ACCOUNT (project JSON key), FIREBASE_ANDROID_APP_ID, FIREBASE_IOS_APP_ID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23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Firebase Test Lab — Real Device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6858000" cy="3657600"/>
          </a:xfrm>
          <a:prstGeom prst="rect">
            <a:avLst/>
          </a:prstGeom>
          <a:solidFill>
            <a:srgbClr val="1A2434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6751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DD3FC"/>
                </a:solidFill>
              </a:rPr>
              <a:t>- name: Install gcloud CLI
  uses: google-github-actions/setup-gcloud@v2
  with:
    service_account_key: ${{ secrets.FIREBASE_SERVICE_ACCOUNT }}
    project_id: qoe-workshop
- name: Run on Firebase Test Lab
  run: |
    gcloud firebase test android run \
      --type instrumentation \
      --app android-player/app/build/outputs/apk/debug/*.apk \
      --test android-player/app/build/outputs/apk/androidTest/**/*.apk \
      --device model=Pixel6,version=33,locale=en \
      --device model=Pixel4,version=30,locale=en \
      --results-bucket gs://qoe-test-results \
      --timeout 10m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325880"/>
            <a:ext cx="13716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799" y="1362456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79" y="1325880"/>
            <a:ext cx="13716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399" y="1362456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API Level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79" y="1325880"/>
            <a:ext cx="146304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6999" y="1362456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Why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581912"/>
            <a:ext cx="13716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799" y="1618488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Pixel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79" y="1581912"/>
            <a:ext cx="13716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399" y="1618488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33 (Android 13)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79" y="1581912"/>
            <a:ext cx="14630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86999" y="1618488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Latest flagship — Widevine L1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837944"/>
            <a:ext cx="13716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799" y="1874520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Pixel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79" y="1837944"/>
            <a:ext cx="13716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399" y="1874520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30 (Android 11)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79" y="1837944"/>
            <a:ext cx="14630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86999" y="1874520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Older flagship — broad user 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2093976"/>
            <a:ext cx="13716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799" y="2130552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Galaxy S21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79" y="2093976"/>
            <a:ext cx="13716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399" y="2130552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32 (Android 12)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41279" y="2093976"/>
            <a:ext cx="146304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86999" y="2130552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Samsung skin — UI compatibility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2350008"/>
            <a:ext cx="13716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799" y="2386584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Low-RAM device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79" y="2350008"/>
            <a:ext cx="13716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399" y="2386584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28 (Android 9)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1279" y="2350008"/>
            <a:ext cx="146304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86999" y="2386584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Memory pressure — OOM testing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GitHub Actions — Overview &amp; Core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6459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62456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Concept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325880"/>
            <a:ext cx="96012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1362456"/>
            <a:ext cx="9528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81912"/>
            <a:ext cx="16459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18488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581912"/>
            <a:ext cx="96012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1618488"/>
            <a:ext cx="9528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YAML file in .github/workflows/ — defines when and what to 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37944"/>
            <a:ext cx="16459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874520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Event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1837944"/>
            <a:ext cx="96012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8840" y="1874520"/>
            <a:ext cx="9528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Trigger: push, pull_request, workflow_dispatch, schedule, etc.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093976"/>
            <a:ext cx="16459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130552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Job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2093976"/>
            <a:ext cx="96012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2130552"/>
            <a:ext cx="9528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 set of steps that run on a single runner (VM)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50008"/>
            <a:ext cx="16459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386584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Step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2350008"/>
            <a:ext cx="96012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2386584"/>
            <a:ext cx="9528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Individual task — shell command or reusable Action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642616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2606040"/>
            <a:ext cx="96012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48840" y="2642616"/>
            <a:ext cx="9528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Reusable unit from GitHub Marketplace (e.g. actions/checkout@v4)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862072"/>
            <a:ext cx="16459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898648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Runner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2862072"/>
            <a:ext cx="96012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48840" y="2898648"/>
            <a:ext cx="9528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GitHub-hosted or self-hosted VM that executes jobs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118104"/>
            <a:ext cx="16459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154680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Artifact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03120" y="3118104"/>
            <a:ext cx="96012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48840" y="3154680"/>
            <a:ext cx="9528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Files persisted between jobs or available for download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374136"/>
            <a:ext cx="16459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410712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Secret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3374136"/>
            <a:ext cx="96012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48840" y="3410712"/>
            <a:ext cx="9528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Encrypted env var at repo/org/environment level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630168"/>
            <a:ext cx="16459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666744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Context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0" y="3630168"/>
            <a:ext cx="96012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48840" y="3666744"/>
            <a:ext cx="9528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Runtime data: github.sha, github.ref, github.run_number, etc.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303520"/>
            <a:ext cx="3474720" cy="77724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3492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</a:rPr>
              <a:t>Free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7332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for public repos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5303520"/>
            <a:ext cx="3474720" cy="77724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0" y="53492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8BDF8"/>
                </a:solidFill>
              </a:rPr>
              <a:t>2,000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0" y="57332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free minutes/month (private)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55279" y="5303520"/>
            <a:ext cx="3474720" cy="77724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55279" y="53492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8BDF8"/>
                </a:solidFill>
              </a:rPr>
              <a:t>20+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57332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GitHub-hosted runner options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Workflow File — Full Anatomy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5394960"/>
          </a:xfrm>
          <a:prstGeom prst="rect">
            <a:avLst/>
          </a:prstGeom>
          <a:solidFill>
            <a:srgbClr val="1A2434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DD3FC"/>
                </a:solidFill>
              </a:rPr>
              <a:t>name: QoE API Tests                    # Display name in GitHub UI
on:                                    # ── TRIGGERS ──────────────────────────
  push:
    branches: [main, develop]
    paths:
      - 'backend-api/**'               # Only run when API code changes
      - '.github/workflows/qoe-api-tests.yml'
  pull_request:
    branches: [main]
    paths: ['backend-api/**']
  workflow_dispatch:                   # Manual trigger button in GitHub UI
env:                                   # ── WORKFLOW-LEVEL ENV VARS ────────────
  SLACK_BOT_TOKEN: ${{ secrets.SLACK_BOT_TOKEN }}
permissions:                           # ── GITHUB TOKEN PERMISSIONS ───────────
  contents: write                      # needed for gh-pages deploy + releases
  pull-requests: write                 # needed to post PR comments
concurrency:                           # ── CANCEL OLD RUNS ───────────────────
  group: ${{ github.workflow }}-${{ github.ref }}
  cancel-in-progress: true
jobs:
  unit-tests:                          # ── JOB ──────────────────────────────
    name: Unit Tests
    runs-on: ubuntu-latest             # Runner OS
    timeout-minutes: 15               # Kill hung jobs automatically
    steps:
      - uses: actions/checkout@v4
      - uses: actions/setup-java@v4
        with: { distribution: temurin, java-version: '17' }
      - name: Run tests
        run: ./gradlew unitTest
        working-directory: backend-api
      - name: Upload results
        if: always()                   # Run even on test failure
        uses: actions/upload-artifact@v4
        with: { name: unit-results, path: backend-api/build/test-results/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26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GitHub-Hosted Runners — Types &amp;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01168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62456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Runner Label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325880"/>
            <a:ext cx="173736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362456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25880"/>
            <a:ext cx="155448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362456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CPU / 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325880"/>
            <a:ext cx="41148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1362456"/>
            <a:ext cx="4041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Use For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1325880"/>
            <a:ext cx="18288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21240" y="1362456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Free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581912"/>
            <a:ext cx="20116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618488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ubuntu-latest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1581912"/>
            <a:ext cx="17373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1618488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Ubuntu 22.04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581912"/>
            <a:ext cx="15544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1618488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2 core / 7 GB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1581912"/>
            <a:ext cx="4114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1618488"/>
            <a:ext cx="4041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API, web, Android, Docker, Maven, Gradle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1581912"/>
            <a:ext cx="1828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0" y="1618488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2,000 / 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837944"/>
            <a:ext cx="20116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1874520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ubuntu-22.04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1837944"/>
            <a:ext cx="173736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1874520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Ubuntu 22.04 pinned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1837944"/>
            <a:ext cx="15544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1874520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2 core / 7 GB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1837944"/>
            <a:ext cx="41148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1874520"/>
            <a:ext cx="4041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Stable OS version requirement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75520" y="1837944"/>
            <a:ext cx="18288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40" y="1874520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2,000 / mo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093976"/>
            <a:ext cx="20116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130552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macos-latest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80" y="2093976"/>
            <a:ext cx="17373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14600" y="213055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macOS 14 (M-series)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2093976"/>
            <a:ext cx="15544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60" y="2130552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3 core / 7 GB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2093976"/>
            <a:ext cx="4114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06440" y="2130552"/>
            <a:ext cx="4041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iOS builds, Xcode, swift test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75520" y="2093976"/>
            <a:ext cx="1828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21240" y="2130552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200 / mo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350008"/>
            <a:ext cx="20116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2386584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macos-13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8880" y="2350008"/>
            <a:ext cx="173736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14600" y="2386584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macOS 13 (Intel)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350008"/>
            <a:ext cx="15544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51960" y="2386584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3 core / 14 GB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0" y="2350008"/>
            <a:ext cx="41148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06440" y="2386584"/>
            <a:ext cx="4041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Older Xcode targets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75520" y="2350008"/>
            <a:ext cx="18288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21240" y="2386584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200 / mo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2606040"/>
            <a:ext cx="20116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2642616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windows-latest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68880" y="2606040"/>
            <a:ext cx="173736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14600" y="2642616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Windows Server 2022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06240" y="2606040"/>
            <a:ext cx="15544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51960" y="2642616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2 core / 7 GB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0720" y="2606040"/>
            <a:ext cx="4114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06440" y="2642616"/>
            <a:ext cx="4041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.NET, UWP, Windows-specific tests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875520" y="2606040"/>
            <a:ext cx="18288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21240" y="2642616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500 / mo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3657600"/>
            <a:ext cx="5486400" cy="82296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7200" y="3657600"/>
            <a:ext cx="45720" cy="8229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" y="3703320"/>
            <a:ext cx="5349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macOS costs 10x ubuntu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391363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macOS runners consume free minutes at a 10x multiplier. 200 free macOS minutes = ~20 effective minutes. Use ubuntu-latest for everything except Xcode builds.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17920" y="3657600"/>
            <a:ext cx="5486400" cy="82296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17920" y="3657600"/>
            <a:ext cx="45720" cy="822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27648" y="3703320"/>
            <a:ext cx="5349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Self-hosted runners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27648" y="391363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Install the runner agent on your own hardware for Android device farms or powerful build machines. Label: [self-hosted, linux, x64].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4663440"/>
            <a:ext cx="25603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2920" y="4700016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Larger Runners (paid)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017520" y="4663440"/>
            <a:ext cx="16459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063240" y="4700016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CPU/RAM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663440" y="4663440"/>
            <a:ext cx="704088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709160" y="4700016"/>
            <a:ext cx="6967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Best For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919472"/>
            <a:ext cx="25603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" y="4956048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ubuntu-latest-4-cores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017520" y="4919472"/>
            <a:ext cx="16459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063240" y="4956048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4 core / 16 GB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63440" y="4919472"/>
            <a:ext cx="70408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09160" y="4956048"/>
            <a:ext cx="6967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Parallel Gradle, large Maven builds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5175504"/>
            <a:ext cx="25603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2920" y="5212080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ubuntu-latest-8-cores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017520" y="5175504"/>
            <a:ext cx="16459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063240" y="5212080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8 core / 32 GB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63440" y="5175504"/>
            <a:ext cx="70408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09160" y="5212080"/>
            <a:ext cx="6967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Docker build + test simultaneously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5431536"/>
            <a:ext cx="25603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2920" y="5468112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macos-latest-xlarge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017520" y="5431536"/>
            <a:ext cx="16459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063240" y="5468112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6 core / 14 GB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663440" y="5431536"/>
            <a:ext cx="70408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709160" y="5468112"/>
            <a:ext cx="6967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Full Xcode build + test simultaneously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27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Permissions, Tokens &amp; Secrets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2860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62456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Permission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325880"/>
            <a:ext cx="32004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362456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When Needed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81912"/>
            <a:ext cx="22860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18488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contents: read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581912"/>
            <a:ext cx="32004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618488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Default — checkout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37944"/>
            <a:ext cx="22860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874520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contents: write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837944"/>
            <a:ext cx="32004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1874520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Push to gh-pages, create releases, push tags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093976"/>
            <a:ext cx="22860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130552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pull-requests: write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2093976"/>
            <a:ext cx="32004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2130552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Post or update PR comments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50008"/>
            <a:ext cx="22860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386584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packages: write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350008"/>
            <a:ext cx="32004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2386584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Push Docker images to GitHub Container Registry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06040"/>
            <a:ext cx="22860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642616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id-token: write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2606040"/>
            <a:ext cx="32004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2642616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OIDC auth with AWS/GCP/Azure — no static secrets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325880"/>
            <a:ext cx="13716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1362456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Secret Level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1325880"/>
            <a:ext cx="13716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1362456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1325880"/>
            <a:ext cx="27432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1362456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Best For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1581912"/>
            <a:ext cx="13716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1618488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Repository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1581912"/>
            <a:ext cx="13716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1618488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Single repo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1581912"/>
            <a:ext cx="27432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1618488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Repo-specific API keys (Slack token)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1837944"/>
            <a:ext cx="13716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1874520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Environment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1837944"/>
            <a:ext cx="13716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35240" y="1874520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Staging / prod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0" y="1837944"/>
            <a:ext cx="27432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06840" y="1874520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Environment-specific credentials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2093976"/>
            <a:ext cx="13716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2130552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Organisation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9520" y="2093976"/>
            <a:ext cx="13716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35240" y="2130552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All org repos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2093976"/>
            <a:ext cx="27432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06840" y="2130552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Shared tokens (npm, Docker Hub)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200400"/>
            <a:ext cx="5486400" cy="1737360"/>
          </a:xfrm>
          <a:prstGeom prst="rect">
            <a:avLst/>
          </a:prstGeom>
          <a:solidFill>
            <a:srgbClr val="1A2434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3246120"/>
            <a:ext cx="5303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DD3FC"/>
                </a:solidFill>
              </a:rPr>
              <a:t># Set repo secret from terminal
gh secret set SLACK_BOT_TOKEN \
  --body "$SLACK_BOT_TOKEN" \
  --repo palsure/DevOpsDays-Workshop
# List secrets (names only — values never shown)
gh secret list --repo palsure/DevOpsDays-Workshop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3200400"/>
            <a:ext cx="5486400" cy="82296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17920" y="3200400"/>
            <a:ext cx="45720" cy="8229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27648" y="3246120"/>
            <a:ext cx="5349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Secrets in if: conditions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7648" y="345643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secrets.X is NOT available in if: expressions. Map to workflow-level env: vars first, then use env.TOKEN != '' in if:.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28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Triggering Builds — All Trigger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669280" cy="4114800"/>
          </a:xfrm>
          <a:prstGeom prst="rect">
            <a:avLst/>
          </a:prstGeom>
          <a:solidFill>
            <a:srgbClr val="1A2434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DD3FC"/>
                </a:solidFill>
              </a:rPr>
              <a:t>on:
  push:                                      # On push to branch
    branches: [main, 'release/**']
    paths: ['backend-api/**']
    tags: ['v*']                             # On version tags
  pull_request:                              # On every PR commit
    types: [opened, synchronize, reopened]
    branches: [main]
  schedule:                                  # Cron — e.g. nightly
    - cron: '0 6 * * 1-5'                   # weekdays 6 AM UTC
  workflow_dispatch:                         # Manual trigger with inputs
    inputs:
      environment:
        description: 'Target environment'
        type: choice
        options: [staging, production]
        default: staging
      create_release:
        type: boolean
        default: false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325880"/>
            <a:ext cx="5394960" cy="2560320"/>
          </a:xfrm>
          <a:prstGeom prst="rect">
            <a:avLst/>
          </a:prstGeom>
          <a:solidFill>
            <a:srgbClr val="1A2434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2120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DD3FC"/>
                </a:solidFill>
              </a:rPr>
              <a:t># Trigger from terminal
gh workflow run build-acceptance-release.yml \
  --ref main \
  --field environment=production \
  --field create_release=true
# List recent runs
gh run list --workflow=qoe-api-tests.yml
# Watch live output
gh run watch
# Cancel a running workflow
gh run cancel 1234567890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4114800"/>
            <a:ext cx="1188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151376"/>
            <a:ext cx="1115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4114800"/>
            <a:ext cx="21031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4151376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4114800"/>
            <a:ext cx="21031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4151376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370832"/>
            <a:ext cx="11887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407408"/>
            <a:ext cx="1115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queued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4370832"/>
            <a:ext cx="21031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407408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Waiting for runner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4370832"/>
            <a:ext cx="21031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4407408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Normal — 10–30 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626864"/>
            <a:ext cx="11887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663440"/>
            <a:ext cx="1115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in_progress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4626864"/>
            <a:ext cx="21031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4663440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Runner executing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4626864"/>
            <a:ext cx="21031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20" y="4663440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Watch logs live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882896"/>
            <a:ext cx="11887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919472"/>
            <a:ext cx="1115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success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0" y="4882896"/>
            <a:ext cx="21031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4919472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All steps passed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4882896"/>
            <a:ext cx="21031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4919472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Proceed with merge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5138928"/>
            <a:ext cx="11887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5175504"/>
            <a:ext cx="1115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failure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80" y="5138928"/>
            <a:ext cx="21031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3800" y="5175504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One or more steps failed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0" y="5138928"/>
            <a:ext cx="21031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6920" y="5175504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Fix and re-push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5394960"/>
            <a:ext cx="11887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5431536"/>
            <a:ext cx="1115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cancelled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0" y="5394960"/>
            <a:ext cx="21031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43800" y="5431536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Manually cancelled or superseded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0" y="5394960"/>
            <a:ext cx="21031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46920" y="5431536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Re-trigger if needed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5650992"/>
            <a:ext cx="11887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5687568"/>
            <a:ext cx="1115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skipped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80" y="5650992"/>
            <a:ext cx="21031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3800" y="5687568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if: condition was false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01200" y="5650992"/>
            <a:ext cx="21031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46920" y="5687568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Expected — module unchanged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5907024"/>
            <a:ext cx="11887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5943600"/>
            <a:ext cx="1115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timed_out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80" y="5907024"/>
            <a:ext cx="21031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43800" y="5943600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Exceeded timeout-minutes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01200" y="5907024"/>
            <a:ext cx="21031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46920" y="5943600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Check for hung process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29 /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Branch Protection Rules — Enforce CI Before Merge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3474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62456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Setting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325880"/>
            <a:ext cx="338328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40" y="1362456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Recommended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81912"/>
            <a:ext cx="34747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18488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Branch name pattern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581912"/>
            <a:ext cx="33832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1618488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main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37944"/>
            <a:ext cx="34747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874520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Require status checks to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1837944"/>
            <a:ext cx="33832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40" y="1874520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Enabled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093976"/>
            <a:ext cx="34747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130552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Required checks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2093976"/>
            <a:ext cx="33832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40" y="2130552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Quality Gate, QoE E2E Gates (Docker stack)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50008"/>
            <a:ext cx="34747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386584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Require branches to be up to date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2350008"/>
            <a:ext cx="33832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40" y="2386584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Enabled — prevents stale-base merges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06040"/>
            <a:ext cx="34747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642616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Require conversation resolution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2606040"/>
            <a:ext cx="33832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77640" y="2642616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Enabled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862072"/>
            <a:ext cx="34747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898648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Restrict who can push to main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0" y="2862072"/>
            <a:ext cx="33832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77640" y="2898648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Admins or named teams 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118104"/>
            <a:ext cx="34747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154680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Allow force pushes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3118104"/>
            <a:ext cx="33832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77640" y="3154680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Disabled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374136"/>
            <a:ext cx="34747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410712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Allow deletions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1920" y="3374136"/>
            <a:ext cx="33832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77640" y="3410712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Disabled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Finding Required Status Check Names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0" y="1691640"/>
            <a:ext cx="4114800" cy="2743200"/>
          </a:xfrm>
          <a:prstGeom prst="rect">
            <a:avLst/>
          </a:prstGeom>
          <a:solidFill>
            <a:srgbClr val="1A2434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0" y="1737360"/>
            <a:ext cx="393192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DD3FC"/>
                </a:solidFill>
              </a:rPr>
              <a:t>Workflow: qoe-validation.yml
  Job name: quality-gate
  Status check: "Quality Gate"
Workflow: qoe-pr-e2e.yml
  Job name: e2e
  Status check: "QoE E2E Gates (Docker stack)"
→ Add these exact strings to the
  Required status checks field in
  Settings → Branches → Add Rule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5029200"/>
            <a:ext cx="45720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5074920"/>
            <a:ext cx="11109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Settings → Branches → Add Rule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5285232"/>
            <a:ext cx="11109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Path: github.com/{owner}/{repo}/settings/branches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30 /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Release Process —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5394960"/>
          </a:xfrm>
          <a:prstGeom prst="rect">
            <a:avLst/>
          </a:prstGeom>
          <a:solidFill>
            <a:srgbClr val="1A2434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DD3FC"/>
                </a:solidFill>
              </a:rPr>
              <a:t>Developer merges PR to main
  │   (qoe-validation.yml + qoe-pr-e2e.yml already passed — branch protection enforced)
  ▼
Release manager triggers build-acceptance-release.yml (workflow_dispatch)
  │
  ├─ changes job: dorny/paths-filter — detect changed modules since last tag
  │
  ├─ [api / web / android / ios / automation]-acceptance jobs (parallel)
  │      Each: checkout → docker compose up → full test suite → POST results to gate API
  │
  ├─ quality-gate job
  │      POST /api/v1/pipeline-runs/{id}/finalize
  │      { "status": "RELEASED", "passRate": 0.94 }  ← &gt;= 80% passes
  │      Sends Slack acceptance result
  │
  │   PASSED                                   FAILED
  │     │                                        │
  │   release job                          Slack alert + block deploy
  │     │
  │   gh release create v2026.04.26-{run_number}
  │     --generate-notes (auto-changelog from PR titles)
  │     --latest
  │     Attach: build-manifest.json
  │
  ▼
GitHub Release published → Slack release announcement
  │
  ▼
Deploy job (environment: production → requires reviewer approval)
  │
  ▼
Smoke tests on production endpoint + New Relic alert baseline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31 /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4864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GitHub Actions — Common Errors &amp; Fixes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27432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62456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Error / Symptom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325880"/>
            <a:ext cx="30175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1362456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Root Cause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25880"/>
            <a:ext cx="566928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362456"/>
            <a:ext cx="5596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Fix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81912"/>
            <a:ext cx="27432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618488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Workflow not triggered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1581912"/>
            <a:ext cx="30175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1618488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paths: filter doesn't match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581912"/>
            <a:ext cx="56692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618488"/>
            <a:ext cx="5596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Add self-referential workflow file to paths: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837944"/>
            <a:ext cx="27432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874520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Resource not accessible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1837944"/>
            <a:ext cx="30175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187452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GITHUB_TOKEN lacks permission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837944"/>
            <a:ext cx="56692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874520"/>
            <a:ext cx="5596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Add permissions: contents: write to workflow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093976"/>
            <a:ext cx="27432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130552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'Context access invalid: secrets'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2093976"/>
            <a:ext cx="30175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2130552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secrets.X in if: condition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093976"/>
            <a:ext cx="56692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130552"/>
            <a:ext cx="5596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Map to env: var; use env.VAR != '' in if: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350008"/>
            <a:ext cx="27432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386584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actions/setup-android not found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2350008"/>
            <a:ext cx="30175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54680" y="2386584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Wrong action namespace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2350008"/>
            <a:ext cx="56692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2386584"/>
            <a:ext cx="5596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Use android-actions/setup-android@v2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606040"/>
            <a:ext cx="27432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2642616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No space left on device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8960" y="2606040"/>
            <a:ext cx="30175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54680" y="2642616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Large build fills 14 GB runner disk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2606040"/>
            <a:ext cx="56692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2642616"/>
            <a:ext cx="5596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Add: sudo rm -rf /usr/share/dotnet /opt/ghc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862072"/>
            <a:ext cx="27432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898648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Job skipped unexpectedly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0" y="2862072"/>
            <a:ext cx="30175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54680" y="2898648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if: condition resolved false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2862072"/>
            <a:ext cx="56692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2898648"/>
            <a:ext cx="5596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Echo inputs/context to debug the condition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118104"/>
            <a:ext cx="27432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3154680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Cache miss every run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08960" y="3118104"/>
            <a:ext cx="30175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54680" y="315468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hashFiles() path matches nothing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3118104"/>
            <a:ext cx="56692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72200" y="3154680"/>
            <a:ext cx="5596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Verify path with ls before caching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374136"/>
            <a:ext cx="27432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3410712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Artifact download fails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0" y="3374136"/>
            <a:ext cx="30175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54680" y="3410712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Name mismatch or upload skipped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26480" y="3374136"/>
            <a:ext cx="56692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2200" y="3410712"/>
            <a:ext cx="5596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if: always() on upload; verify artifact names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3630168"/>
            <a:ext cx="27432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3666744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xcodebuild exit code lost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08960" y="3630168"/>
            <a:ext cx="30175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54680" y="3666744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Pipe to xcpretty without pipefail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3630168"/>
            <a:ext cx="56692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72200" y="3666744"/>
            <a:ext cx="5596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Add set -o pipefail before xcodebuild | xcpretty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3886200"/>
            <a:ext cx="274320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" y="3922776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Docker port already in use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08960" y="3886200"/>
            <a:ext cx="301752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54680" y="3922776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Previous run leaked containers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26480" y="3886200"/>
            <a:ext cx="5669280" cy="256032"/>
          </a:xfrm>
          <a:prstGeom prst="rect">
            <a:avLst/>
          </a:prstGeom>
          <a:solidFill>
            <a:srgbClr val="0F1E2E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72200" y="3922776"/>
            <a:ext cx="5596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docker compose down -v in always-run teardown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142232"/>
            <a:ext cx="274320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480" y="4178808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Playwright browser not found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08960" y="4142232"/>
            <a:ext cx="301752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54680" y="4178808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Browsers not installed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26480" y="4142232"/>
            <a:ext cx="5669280" cy="256032"/>
          </a:xfrm>
          <a:prstGeom prst="rect">
            <a:avLst/>
          </a:prstGeom>
          <a:solidFill>
            <a:srgbClr val="1A2434"/>
          </a:solidFill>
          <a:ln w="6350">
            <a:solidFill>
              <a:srgbClr val="1E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72200" y="4178808"/>
            <a:ext cx="5596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</a:rPr>
              <a:t>npx playwright install --with-deps chromium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</a:rPr>
              <a:t>32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